
<file path=[Content_Types].xml><?xml version="1.0" encoding="utf-8"?>
<Types xmlns="http://schemas.openxmlformats.org/package/2006/content-types"/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</p:sldIdLst>
  <p:sldSz cx="6096000" cy="3429000"/>
</p:presentation>
</file>

<file path=ppt/_rels/presentation.xml.rels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s"/>
          <p:cNvSpPr/>
          <p:nvPr>
            <p:ph type="title"/>
          </p:nvPr>
        </p:nvSpPr>
        <p:spPr>
          <a:xfrm>
            <a:off x="304800" y="152400"/>
            <a:ext cx="5486400" cy="609600"/>
          </a:xfrm>
          <a:prstGeom prst="roundRect">
            <a:avLst/>
          </a:prstGeom>
        </p:spPr>
        <p:txBody>
          <a:bodyPr anchor="ctr"/>
          <a:lstStyle/>
          <a:p/>
        </p:txBody>
      </p:sp>
      <p:sp>
        <p:nvSpPr>
          <p:cNvPr id="2" name="s"/>
          <p:cNvSpPr/>
          <p:nvPr>
            <p:ph type="body" idx="1"/>
          </p:nvPr>
        </p:nvSpPr>
        <p:spPr>
          <a:xfrm>
            <a:off x="304800" y="914400"/>
            <a:ext cx="5486400" cy="2286000"/>
          </a:xfrm>
          <a:prstGeom prst="roundRect">
            <a:avLst/>
          </a:prstGeom>
        </p:spPr>
        <p:txBody>
          <a:bodyPr anchor="ctr"/>
          <a:lstStyle/>
          <a:p/>
        </p:txBody>
      </p:sp>
    </p:spTree>
  </p:cSld>
  <p:clrMap bg1="lt1" tx1="dk1" bg2="lt2" tx2="dk2" accent1="accent1"/>
  <p:txStyles>
    <p:titleStyle>
      <a:lvl1pPr>
        <a:defRPr sz="4400"/>
      </a:lvl1pPr>
    </p:titleStyle>
    <p:bodyStyle>
      <a:lvl1pPr marL="228600" indent="-228600">
        <a:buChar char="•"/>
        <a:defRPr sz="2400"/>
      </a:lvl1pPr>
    </p:body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s"/>
          <p:cNvSpPr/>
          <p:nvPr>
            <p:ph type="title"/>
          </p:nvPr>
        </p:nvSpPr>
        <p:spPr>
          <a:prstGeom prst="roundRect">
            <a:avLst/>
          </a:prstGeom>
        </p:spPr>
        <p:txBody>
          <a:bodyPr anchor="ctr"/>
          <a:lstStyle/>
          <a:p>
            <a:r>
              <a:rPr sz="4400" b="1"/>
              <a:t>Seed</a:t>
            </a:r>
          </a:p>
        </p:txBody>
      </p:sp>
      <p:sp>
        <p:nvSpPr>
          <p:cNvPr id="2" name="s"/>
          <p:cNvSpPr/>
          <p:nvPr>
            <p:ph idx="1"/>
          </p:nvPr>
        </p:nvSpPr>
        <p:spPr>
          <a:prstGeom prst="roundRect">
            <a:avLst/>
          </a:prstGeom>
        </p:spPr>
        <p:txBody>
          <a:bodyPr anchor="ctr"/>
          <a:lstStyle/>
          <a:p>
            <a:r>
              <a:t>One</a:t>
            </a:r>
          </a:p>
          <a:p>
            <a:pPr lvl="1">
              <a:buAutoNum type="arabicPeriod"/>
            </a:pPr>
            <a:r>
              <a:t>Two</a:t>
            </a:r>
            <a:br/>
            <a:fld type="slidenum">
              <a:t>1</a:t>
            </a:fld>
          </a:p>
        </p:txBody>
      </p:sp>
      <p:sp>
        <p:nvSpPr>
          <p:cNvPr id="2" name="s"/>
          <p:cNvSpPr/>
          <p:nvPr/>
        </p:nvSpPr>
        <p:spPr>
          <a:xfrm>
            <a:off x="914400" y="914400"/>
            <a:ext cx="182880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txBody>
          <a:bodyPr anchor="ctr"/>
          <a:lstStyle/>
          <a:p>
            <a:pPr algn="ctr" rtl="1"/>
            <a:r>
              <a:rPr sz="1800">
                <a:solidFill>
                  <a:srgbClr val="FFFFFF"/>
                </a:solidFill>
              </a:rPr>
              <a:t>Box</a:t>
            </a:r>
          </a:p>
        </p:txBody>
      </p:sp>
      <p:graphicFrame>
        <p:nvGraphicFramePr>
          <p:cNvPr id="4" name="t"/>
          <p:cNvGraphicFramePr/>
          <p:nvPr/>
        </p:nvGraphicFramePr>
        <p:xfrm>
          <a:off x="914400" y="2743200"/>
          <a:ext cx="3657600" cy="731520"/>
        </p:xfrm>
        <a:graphic>
          <a:graphicData uri="t">
            <a:tbl>
              <a:tblGrid>
                <a:gridCol w="1828800"/>
                <a:gridCol w="1828800"/>
              </a:tblGrid>
              <a:tr h="365760">
                <a:tc gridSpan="2">
                  <a:txBody>
                    <a:bodyPr/>
                    <a:p>
                      <a:r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p/>
                  </a:txBody>
                  <a:tcPr/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/>
      <p:grpSpPr/>
      <p:sp>
        <p:nvSpPr>
          <p:cNvPr id="2" name="s"/>
          <p:cNvSpPr/>
          <p:nvPr>
            <p:ph type="title"/>
          </p:nvPr>
        </p:nvSpPr>
        <p:spPr>
          <a:prstGeom prst="roundRect">
            <a:avLst/>
          </a:prstGeom>
        </p:spPr>
        <p:txBody>
          <a:bodyPr anchor="ctr"/>
          <a:lstStyle/>
          <a:p>
            <a:r>
              <a:rPr sz="4400" b="1"/>
              <a:t>Seed</a:t>
            </a:r>
          </a:p>
        </p:txBody>
      </p:sp>
    </p:spTree>
  </p:cSld>
</p:sld>
</file>

<file path=ppt/theme/theme1.xml><?xml version="1.0" encoding="utf-8"?>
<a:theme xmlns:a="http://schemas.openxmlformats.org/drawingml/2006/main">
  <a:themeElements>
    <a:clrScheme name="s">
      <a:dk1>
        <a:srgbClr val="000000"/>
      </a:dk1>
      <a:lt1>
        <a:srgbClr val="FFFFFF"/>
      </a:lt1>
      <a:lt2>
        <a:srgbClr val="E7E6E6"/>
      </a:lt2>
      <a:accent1>
        <a:srgbClr val="4472C4"/>
      </a:accent1>
    </a:clrScheme>
  </a:themeElements>
</a:theme>
</file>